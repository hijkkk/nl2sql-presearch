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32a55a2d104f3b" /><Relationship Type="http://schemas.openxmlformats.org/officeDocument/2006/relationships/extended-properties" Target="/docProps/app.xml" Id="R3d8b735fee344cbf" /><Relationship Type="http://schemas.openxmlformats.org/officeDocument/2006/relationships/officeDocument" Target="/ppt/presentation.xml" Id="Rb480fed44d004f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6e2c855a184769"/>
  </p:sldMasterIdLst>
  <p:notesMasterIdLst>
    <p:notesMasterId xmlns:r="http://schemas.openxmlformats.org/officeDocument/2006/relationships" r:id="R2013541e1a3449d9"/>
  </p:notesMasterIdLst>
  <p:sldIdLst>
    <p:sldId xmlns:r="http://schemas.openxmlformats.org/officeDocument/2006/relationships" id="256" r:id="R647dc1530eac4205"/>
    <p:sldId xmlns:r="http://schemas.openxmlformats.org/officeDocument/2006/relationships" id="257" r:id="Ra5095df6a7e94db6"/>
    <p:sldId xmlns:r="http://schemas.openxmlformats.org/officeDocument/2006/relationships" id="258" r:id="Rfbd5cc8850884f13"/>
    <p:sldId xmlns:r="http://schemas.openxmlformats.org/officeDocument/2006/relationships" id="259" r:id="Rcddc4d00fab94901"/>
    <p:sldId xmlns:r="http://schemas.openxmlformats.org/officeDocument/2006/relationships" id="260" r:id="Rd80e55bfbbda4917"/>
    <p:sldId xmlns:r="http://schemas.openxmlformats.org/officeDocument/2006/relationships" id="261" r:id="R3531607ee41246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b8cab5eaaa4bfa" /><Relationship Type="http://schemas.openxmlformats.org/officeDocument/2006/relationships/slideMaster" Target="/ppt/slideMasters/slideMaster1.xml" Id="R1e6e2c855a184769" /><Relationship Type="http://schemas.openxmlformats.org/officeDocument/2006/relationships/notesMaster" Target="/ppt/notesMasters/notesMaster1.xml" Id="R2013541e1a3449d9" /><Relationship Type="http://schemas.openxmlformats.org/officeDocument/2006/relationships/presProps" Target="/ppt/presProps.xml" Id="R722bc2d653614525" /><Relationship Type="http://schemas.openxmlformats.org/officeDocument/2006/relationships/tableStyles" Target="/ppt/tableStyles.xml" Id="R24925610deea4562" /><Relationship Type="http://schemas.openxmlformats.org/officeDocument/2006/relationships/slide" Target="/ppt/slides/slide1.xml" Id="R647dc1530eac4205" /><Relationship Type="http://schemas.openxmlformats.org/officeDocument/2006/relationships/slide" Target="/ppt/slides/slide2.xml" Id="Ra5095df6a7e94db6" /><Relationship Type="http://schemas.openxmlformats.org/officeDocument/2006/relationships/slide" Target="/ppt/slides/slide3.xml" Id="Rfbd5cc8850884f13" /><Relationship Type="http://schemas.openxmlformats.org/officeDocument/2006/relationships/slide" Target="/ppt/slides/slide4.xml" Id="Rcddc4d00fab94901" /><Relationship Type="http://schemas.openxmlformats.org/officeDocument/2006/relationships/slide" Target="/ppt/slides/slide5.xml" Id="Rd80e55bfbbda4917" /><Relationship Type="http://schemas.openxmlformats.org/officeDocument/2006/relationships/slide" Target="/ppt/slides/slide6.xml" Id="R3531607ee41246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455176340d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ee2b6d7bfe426d" /><Relationship Type="http://schemas.openxmlformats.org/officeDocument/2006/relationships/notesMaster" Target="/ppt/notesMasters/notesMaster1.xml" Id="R5292081811d947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3fe16e044f47e7" /><Relationship Type="http://schemas.openxmlformats.org/officeDocument/2006/relationships/notesMaster" Target="/ppt/notesMasters/notesMaster1.xml" Id="Rc4f6ce66a77343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06ab6b246849d0" /><Relationship Type="http://schemas.openxmlformats.org/officeDocument/2006/relationships/notesMaster" Target="/ppt/notesMasters/notesMaster1.xml" Id="R2e08c43c35f647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ff5d9f3e074167" /><Relationship Type="http://schemas.openxmlformats.org/officeDocument/2006/relationships/notesMaster" Target="/ppt/notesMasters/notesMaster1.xml" Id="R25231dd26a3240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c622b757a4ae9" /><Relationship Type="http://schemas.openxmlformats.org/officeDocument/2006/relationships/notesMaster" Target="/ppt/notesMasters/notesMaster1.xml" Id="Ra55165bc9a0a4e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3a22c3f0dc44a8" /><Relationship Type="http://schemas.openxmlformats.org/officeDocument/2006/relationships/notesMaster" Target="/ppt/notesMasters/notesMaster1.xml" Id="Rf38f319767ac40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training/xiyan3b_ollama_mvp_optimized_report.json; docs/NL2SQL_MVP_优化baseline测试报告_2026-07-29.md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training/xiyan3b_ollama_mvp_optimized_report.json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training/xiyan3b_ollama_mvp_optimized_report.json; /api/v1/data-sources validation on 2026-07-29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backend/nl2sql/prompt_builder.py; training/xiyan3b_ollama_mvp_optimized_report.json failure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data/audit/2026-07-29/audit_2026-07-29.db direct SQLite audit check; scripts/view_audit.py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docs/NL2SQL_微调数据与QLoRA方案_2026-07-29.md; training/train_qlora_xiyan3b.ps1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85a5552e746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b93c0515d8461e" /><Relationship Type="http://schemas.openxmlformats.org/officeDocument/2006/relationships/slideLayout" Target="/ppt/slideLayouts/slideLayout1.xml" Id="R529fd1658a4c4b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9fd1658a4c4b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c521f118147a9" /><Relationship Type="http://schemas.openxmlformats.org/officeDocument/2006/relationships/notesSlide" Target="/ppt/notesSlides/notesSlide1.xml" Id="Re29f29947e6a4b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4245949cc4d13" /><Relationship Type="http://schemas.openxmlformats.org/officeDocument/2006/relationships/notesSlide" Target="/ppt/notesSlides/notesSlide2.xml" Id="Ra96b9133e1d846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2db48247743a5" /><Relationship Type="http://schemas.openxmlformats.org/officeDocument/2006/relationships/chart" Target="/ppt/slides/charts/chart1.xml" Id="Rc6e93b3bcae74820" /><Relationship Type="http://schemas.openxmlformats.org/officeDocument/2006/relationships/notesSlide" Target="/ppt/notesSlides/notesSlide3.xml" Id="Rbd18a3c34f654f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a1d59c1c348a6" /><Relationship Type="http://schemas.openxmlformats.org/officeDocument/2006/relationships/notesSlide" Target="/ppt/notesSlides/notesSlide4.xml" Id="R5a3be78523644d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c475f794a4a7f" /><Relationship Type="http://schemas.openxmlformats.org/officeDocument/2006/relationships/notesSlide" Target="/ppt/notesSlides/notesSlide5.xml" Id="R4fc279310f7d4d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a6a086f754e26" /><Relationship Type="http://schemas.openxmlformats.org/officeDocument/2006/relationships/notesSlide" Target="/ppt/notesSlides/notesSlide6.xml" Id="R100b6cd405b948a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通过用例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8"/>
              <c:pt idx="0">
                <c:v>SQLite</c:v>
              </c:pt>
              <c:pt idx="1">
                <c:v>MySQL</c:v>
              </c:pt>
              <c:pt idx="2">
                <c:v>Postgres</c:v>
              </c:pt>
              <c:pt idx="3">
                <c:v>Gauss</c:v>
              </c:pt>
              <c:pt idx="4">
                <c:v>Dameng</c:v>
              </c:pt>
              <c:pt idx="5">
                <c:v>Hadoop</c:v>
              </c:pt>
              <c:pt idx="6">
                <c:v>REST</c:v>
              </c:pt>
              <c:pt idx="7">
                <c:v>GraphQL</c:v>
              </c:pt>
            </c:strLit>
          </c:cat>
          <c:val>
            <c:numLit>
              <c:formatCode>General</c:formatCode>
              <c:ptCount val="8"/>
              <c:pt idx="0">
                <c:v>4</c:v>
              </c:pt>
              <c:pt idx="1">
                <c:v>4</c:v>
              </c:pt>
              <c:pt idx="2">
                <c:v>6</c:v>
              </c:pt>
              <c:pt idx="3">
                <c:v>4</c:v>
              </c:pt>
              <c:pt idx="4">
                <c:v>4</c:v>
              </c:pt>
              <c:pt idx="5">
                <c:v>4</c:v>
              </c:pt>
              <c:pt idx="6">
                <c:v>3</c:v>
              </c:pt>
              <c:pt idx="7">
                <c:v>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B179A-9618-421E-A18C-23648677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NL2SQL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62F3D-B5E8-4514-9F5C-8A56A85A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优化 baseline 已经达到可汇报状态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8BE27-7356-4200-AE6B-27C787C5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2026-07-29 · Windows 本机 · 标准后端 8002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09940-01C4-4F70-9B82-350062F6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763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F6CE8-E81C-4FF2-A2E8-7AB2EB5D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525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A6FFD-98EE-47AA-B9B2-24EE0A22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336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33 / 33 golden cases</a:t>
            </a:r>
          </a:p>
        </p:txBody>
      </p:sp>
    </p:spTree>
    <p:extLst>
      <p:ext uri="{BB962C8B-B14F-4D97-AF65-F5344CB8AC3E}">
        <p14:creationId xmlns:p14="http://schemas.microsoft.com/office/powerpoint/2010/main" val="419690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2B116-ED7C-427E-999B-6557B9F1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Baseline 结果说明 LoRA 不是当前瓶颈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11FB2-E7EA-4BB9-99ED-7771CF7C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47030-7025-41EF-B66F-AFED6045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F4F11-9308-4A46-B2A1-601520C5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8D50C-FE69-41AD-876E-425E3C16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通过率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74540-ACC4-43E7-99CC-0DAE2C2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33 条全通过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097D3-33E7-4D23-9087-A900D5C0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9BC40-46DF-4B0F-8869-5F920C93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193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2.427s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0B366-40B5-48C1-909C-E8EC679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平均耗时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85CB9-BC81-4E11-82FB-5BB144DD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端到端 wall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42683-BB44-42F3-9CB1-222ECAF1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907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45036-5B22-4AAD-B91B-BF26E9CF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1.708s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39102-702B-4E8C-8CED-5D855C42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60276-15F6-48C0-A86B-4DD8500C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中位响应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8248B-4BF2-43F9-AD5D-8CCC65BC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924E1-BFAC-400C-85CD-5AEB35C4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193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4.354s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B922E-9247-4349-97D0-1E710AC7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P95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C1E0B-C212-446C-969C-96C78ECF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尾部延迟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4B78A-4E6A-47C6-877B-34F94CDB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当前收益主要来自 prompt 压缩、metadata cache、结果摘要模板和数据源专属约束；不是通过训练获得。</a:t>
            </a:r>
          </a:p>
        </p:txBody>
      </p:sp>
    </p:spTree>
    <p:extLst>
      <p:ext uri="{BB962C8B-B14F-4D97-AF65-F5344CB8AC3E}">
        <p14:creationId xmlns:p14="http://schemas.microsoft.com/office/powerpoint/2010/main" val="372159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6AC12-52CC-4562-A91E-0B77F92C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8 个数据源覆盖了核心 MVP 演示面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DC99-04FD-43F8-A81E-7849AC74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838200" y="1695450"/>
          <a:ext xmlns:a="http://schemas.openxmlformats.org/drawingml/2006/main" cx="72390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e93b3bcae7482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ABD77-985B-4C40-86B8-FBB3AA61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所有数据源均已通过当前 golden cases。PostgreSQL 股票库保持数据源名 postgres_stock，并使用本地 pg-local 容器。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DEA3C-66C2-4DFC-8E0A-D634F65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慢点主要集中在 Dameng 与 Hadoop，属于适配器/本地演示执行路径和模型输出波动，不是单一模型能力问题。</a:t>
            </a:r>
          </a:p>
        </p:txBody>
      </p:sp>
    </p:spTree>
    <p:extLst>
      <p:ext uri="{BB962C8B-B14F-4D97-AF65-F5344CB8AC3E}">
        <p14:creationId xmlns:p14="http://schemas.microsoft.com/office/powerpoint/2010/main" val="1298457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327F8-0FD3-4672-AE0E-2391A280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剩余错误用工程修正解决，而不是先训练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29C10-C878-4475-89F9-55619CBC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93B76-298B-415B-9A14-DC166737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39E4E-40FA-45F0-A600-0E7ABDD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Hadoop 月度趋势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9C6A2-CEDD-4D1C-A250-3760E1E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失败原因：模型生成 TO_DATE / DATE_FORMAT，但本地演示适配器用 SQLite 执行 CSV。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9154A-F220-459C-8434-1CE707B6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修正：XiYan prompt 明确使用 substr(event_date, 1, 7)。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4CD9A-3F6F-4733-8F31-2F2A6784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097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DFC19-B91E-4146-9312-2C6F7B17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95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警务地址别名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B820F-1A5C-42D1-887C-137C441A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失败原因：旧 few-shot 使用不存在的 addr_alias.std_address_id。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679E6-0618-4AD3-9F72-93FE5E9F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19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修正：改为 std_address_code 关联标准地址，并保留 LIKE 过滤。</a:t>
            </a:r>
          </a:p>
        </p:txBody>
      </p:sp>
    </p:spTree>
    <p:extLst>
      <p:ext uri="{BB962C8B-B14F-4D97-AF65-F5344CB8AC3E}">
        <p14:creationId xmlns:p14="http://schemas.microsoft.com/office/powerpoint/2010/main" val="1568280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81492-4B2F-4185-8146-AE3CE95C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审计链路已经能支撑问题复盘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8EA81-3BA2-4717-B5D9-15488FC5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979DF-E0CE-45D3-99DD-99C28EAC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59055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4EFA9-7A12-4144-9709-CA8F1988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24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审计字段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3138A-B8D3-47B7-A44E-C46923C4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覆盖情况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2A94E-E523-407D-856F-B00E8AA5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19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generated_sql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C92E0-3F9C-4082-BABE-D9133983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33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4AC71-B29A-414A-9F49-FAF7D58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19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executed_sql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2141B-454E-42BC-B4D8-7CF2FA0C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33 / 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5193B-B17C-4A3A-A2BB-362E7456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result_sample_json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83D8E-9E7E-462A-A389-48CAEE4F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19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33 / 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3CA3D-242E-420D-801B-F1D2D2F4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stage_timings_json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6E2BE-3171-4312-BA3C-EF07B33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33 / 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38AC4-4B7F-44CC-942D-04D2546D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19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raw_model_output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A6389-4D58-4F48-91D5-7E45C050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30 / 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1D18F-64EB-421E-9DC0-21A74DCB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完整五阶段耗时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4FE84-FC02-45CF-8E1A-FFF7EFC2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30 / 33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9FE6A-0F03-4E93-82F0-3760E1A2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3 条 REST API 用例走服务编排，不经过 SQL 模型生成，所以没有 raw_model_output 和 SQL generation 阶段；其 API 执行动作、样本和总耗时仍已记录。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1F1E8-35BC-473F-83FD-91BB3DAE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view_audit.py 已修复 Windows 控制台 Unicode 输出问题。</a:t>
            </a:r>
          </a:p>
        </p:txBody>
      </p:sp>
    </p:spTree>
    <p:extLst>
      <p:ext uri="{BB962C8B-B14F-4D97-AF65-F5344CB8AC3E}">
        <p14:creationId xmlns:p14="http://schemas.microsoft.com/office/powerpoint/2010/main" val="457945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CE88A-A83F-43B2-899A-1B005203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下一步是扩大评估集，再决定是否 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0A191-FD91-4AFE-969F-BBFA8D4B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FD362-199C-41D6-B68A-7A97F0E1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B15AC-4AC2-4CC9-B86C-E079C2BC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288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扩展 golden cases 到 80-120 条，提高字段、过滤和分组断言强度。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40A6A-0382-4B34-94AF-C45A11A4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4B225-A93B-4E57-BA50-69483978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只把人工校验 SQL 写入 training/sft_train.jsonl。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537F7-DAE6-4B20-8B7B-8512EB59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96C0D-828D-404E-B313-118A12A5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767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用相同独立评估集比较微调前后通过率、语义正确率和 P50/P95。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95509-8FBB-4A67-8283-A435330E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当前不建议直接训练：MVP baseline 已全通过，训练收益要靠新增独立集证明。</a:t>
            </a:r>
          </a:p>
        </p:txBody>
      </p:sp>
    </p:spTree>
    <p:extLst>
      <p:ext uri="{BB962C8B-B14F-4D97-AF65-F5344CB8AC3E}">
        <p14:creationId xmlns:p14="http://schemas.microsoft.com/office/powerpoint/2010/main" val="1533823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2026-07-29T03:19:00.0920000Z</dcterms:created>
  <dcterms:modified xsi:type="dcterms:W3CDTF">2026-07-29T03:19:00.0920000Z</dcterms:modified>
</coreProperties>
</file>